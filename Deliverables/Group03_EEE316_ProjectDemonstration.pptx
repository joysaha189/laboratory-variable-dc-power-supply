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8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1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6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5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3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839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05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84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278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88207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446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00689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287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985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1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2/18/2022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1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F9CE-2B49-424A-A748-6640415E2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3911" y="954338"/>
            <a:ext cx="9280702" cy="659973"/>
          </a:xfrm>
        </p:spPr>
        <p:txBody>
          <a:bodyPr>
            <a:normAutofit/>
          </a:bodyPr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Variable DC Power Supply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7FCFD-5F87-46F6-9CC8-AEEEECDED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3911" y="1941689"/>
            <a:ext cx="9280702" cy="3961974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No:- 03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by:-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(1706189)</a:t>
            </a:r>
          </a:p>
          <a:p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Ishtiaque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Ahmed (1706190)</a:t>
            </a:r>
          </a:p>
          <a:p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Tasnim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Rahman (1706191)</a:t>
            </a:r>
          </a:p>
          <a:p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Aong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Shay Sing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Marma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(1706195)</a:t>
            </a:r>
          </a:p>
        </p:txBody>
      </p:sp>
    </p:spTree>
    <p:extLst>
      <p:ext uri="{BB962C8B-B14F-4D97-AF65-F5344CB8AC3E}">
        <p14:creationId xmlns:p14="http://schemas.microsoft.com/office/powerpoint/2010/main" val="407950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F0D3-751E-4FD8-80AC-0B041C1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692109" cy="647129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D51DE-0252-4FF2-932C-0618727F0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271239"/>
            <a:ext cx="8911688" cy="5084956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step down the 220V (AC) to a lower level and then rectifying it to get a lower-level DC source.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fix the output of the power DC source at a voltage level irrespective of load change.</a:t>
            </a:r>
            <a:b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51384C23-19C2-4DF8-AC0D-9098DB093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3" y="3096859"/>
            <a:ext cx="8558297" cy="313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3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7E39-4D92-4C59-8B2B-A878BE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024" y="624110"/>
            <a:ext cx="8995589" cy="52446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7ACD-4B0F-4653-8403-A9A55FEFE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9024" y="1148576"/>
            <a:ext cx="9534293" cy="484070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197D72-DDBC-42FD-98DD-6BE17DFD810D}"/>
              </a:ext>
            </a:extLst>
          </p:cNvPr>
          <p:cNvSpPr/>
          <p:nvPr/>
        </p:nvSpPr>
        <p:spPr>
          <a:xfrm>
            <a:off x="2589213" y="1800923"/>
            <a:ext cx="1536738" cy="7025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Source Input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8EDC0E-5FFF-4382-8257-F5E0FFE81CFD}"/>
              </a:ext>
            </a:extLst>
          </p:cNvPr>
          <p:cNvSpPr/>
          <p:nvPr/>
        </p:nvSpPr>
        <p:spPr>
          <a:xfrm>
            <a:off x="4755170" y="1806498"/>
            <a:ext cx="1667931" cy="7025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Step-down Transformer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195830-2495-4C24-BB57-532ED1211BEA}"/>
              </a:ext>
            </a:extLst>
          </p:cNvPr>
          <p:cNvSpPr/>
          <p:nvPr/>
        </p:nvSpPr>
        <p:spPr>
          <a:xfrm>
            <a:off x="4578115" y="4912113"/>
            <a:ext cx="1536738" cy="7025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D7A7DE-ECCE-4E1B-9F07-4F3823B2D48B}"/>
              </a:ext>
            </a:extLst>
          </p:cNvPr>
          <p:cNvSpPr/>
          <p:nvPr/>
        </p:nvSpPr>
        <p:spPr>
          <a:xfrm>
            <a:off x="7443979" y="4829555"/>
            <a:ext cx="1536738" cy="7025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Measuring Error Voltage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DEB8DD-F10E-44DE-8C06-FED5828A3611}"/>
              </a:ext>
            </a:extLst>
          </p:cNvPr>
          <p:cNvSpPr/>
          <p:nvPr/>
        </p:nvSpPr>
        <p:spPr>
          <a:xfrm>
            <a:off x="7443979" y="3315239"/>
            <a:ext cx="1536738" cy="7025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Buck-Boost Converter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FF9CD6-862E-49B6-A6EF-680F73BDF7F6}"/>
              </a:ext>
            </a:extLst>
          </p:cNvPr>
          <p:cNvSpPr/>
          <p:nvPr/>
        </p:nvSpPr>
        <p:spPr>
          <a:xfrm>
            <a:off x="7316265" y="1800923"/>
            <a:ext cx="1536738" cy="7025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bridge Rectifier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411C18-1E32-49E4-BF28-41899F43FAFB}"/>
              </a:ext>
            </a:extLst>
          </p:cNvPr>
          <p:cNvSpPr/>
          <p:nvPr/>
        </p:nvSpPr>
        <p:spPr>
          <a:xfrm>
            <a:off x="10202734" y="4825055"/>
            <a:ext cx="1536738" cy="7025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Voltage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7C3E6E0-70D6-41C6-9034-2D5D92EB8147}"/>
              </a:ext>
            </a:extLst>
          </p:cNvPr>
          <p:cNvCxnSpPr>
            <a:cxnSpLocks/>
          </p:cNvCxnSpPr>
          <p:nvPr/>
        </p:nvCxnSpPr>
        <p:spPr>
          <a:xfrm flipV="1">
            <a:off x="4578115" y="3699173"/>
            <a:ext cx="2886470" cy="1614090"/>
          </a:xfrm>
          <a:prstGeom prst="bentConnector3">
            <a:avLst>
              <a:gd name="adj1" fmla="val -1837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D4F393-0498-478E-A9BF-AFDC1D5B8C2F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096715" y="2157761"/>
            <a:ext cx="658455" cy="22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79A6DC-DDED-4609-899F-F45760B8F462}"/>
              </a:ext>
            </a:extLst>
          </p:cNvPr>
          <p:cNvCxnSpPr>
            <a:cxnSpLocks/>
          </p:cNvCxnSpPr>
          <p:nvPr/>
        </p:nvCxnSpPr>
        <p:spPr>
          <a:xfrm flipV="1">
            <a:off x="6423101" y="2158861"/>
            <a:ext cx="893164" cy="12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2D6FA45-0E4F-4D20-8439-9571B1C1E7BE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078533" y="2503449"/>
            <a:ext cx="6101" cy="8291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Arrow: U-Turn 90">
            <a:extLst>
              <a:ext uri="{FF2B5EF4-FFF2-40B4-BE49-F238E27FC236}">
                <a16:creationId xmlns:a16="http://schemas.microsoft.com/office/drawing/2014/main" id="{0B60041E-E8F6-42A1-B4D9-3C0CF353CE6F}"/>
              </a:ext>
            </a:extLst>
          </p:cNvPr>
          <p:cNvSpPr/>
          <p:nvPr/>
        </p:nvSpPr>
        <p:spPr>
          <a:xfrm rot="5400000">
            <a:off x="8336894" y="4247770"/>
            <a:ext cx="1484382" cy="249170"/>
          </a:xfrm>
          <a:prstGeom prst="uturnArrow">
            <a:avLst>
              <a:gd name="adj1" fmla="val 8676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D9AF31D-FB54-4C97-A6F6-B675529E236E}"/>
              </a:ext>
            </a:extLst>
          </p:cNvPr>
          <p:cNvCxnSpPr>
            <a:cxnSpLocks/>
          </p:cNvCxnSpPr>
          <p:nvPr/>
        </p:nvCxnSpPr>
        <p:spPr>
          <a:xfrm flipH="1">
            <a:off x="8980717" y="5313263"/>
            <a:ext cx="12438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7C8F8F8-3458-4233-902A-B504300E8629}"/>
              </a:ext>
            </a:extLst>
          </p:cNvPr>
          <p:cNvCxnSpPr>
            <a:cxnSpLocks/>
          </p:cNvCxnSpPr>
          <p:nvPr/>
        </p:nvCxnSpPr>
        <p:spPr>
          <a:xfrm flipH="1">
            <a:off x="6145122" y="5314828"/>
            <a:ext cx="12438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8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DF4BB43-C1F0-4347-9E3C-701B3AD3D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9DC96-20F7-41CF-A48C-0716EAE8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645106"/>
            <a:ext cx="7089422" cy="63053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Step-down Transformer Block: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2B778-DDF8-42FB-8F13-9BFB0D4F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D9B88-93CB-4F39-8B33-84043984FF0E}"/>
              </a:ext>
            </a:extLst>
          </p:cNvPr>
          <p:cNvSpPr txBox="1"/>
          <p:nvPr/>
        </p:nvSpPr>
        <p:spPr>
          <a:xfrm>
            <a:off x="865972" y="1549373"/>
            <a:ext cx="5122652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ts val="1000"/>
              </a:spcBef>
              <a:buClr>
                <a:srgbClr val="6A6AE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220V(rms) AC voltage source is used i.e. the peak value of the source is 311V. Then a 220V(rms)/30V(rms) step-down transformer has been connected to lower the AC voltage.</a:t>
            </a:r>
          </a:p>
          <a:p>
            <a:pPr algn="just">
              <a:spcBef>
                <a:spcPts val="1000"/>
              </a:spcBef>
              <a:buClr>
                <a:srgbClr val="6A6AE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output peak voltage is 42.4V. 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D81AD8C-10BA-4991-AFCA-695CE98E9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0851" y="1033520"/>
            <a:ext cx="3656214" cy="2698831"/>
          </a:xfrm>
          <a:prstGeom prst="rect">
            <a:avLst/>
          </a:prstGeom>
        </p:spPr>
      </p:pic>
      <p:pic>
        <p:nvPicPr>
          <p:cNvPr id="10" name="Picture 9" descr="A picture containing chart&#10;&#10;Description automatically generated">
            <a:extLst>
              <a:ext uri="{FF2B5EF4-FFF2-40B4-BE49-F238E27FC236}">
                <a16:creationId xmlns:a16="http://schemas.microsoft.com/office/drawing/2014/main" id="{E8681D9F-5D7F-4213-9696-F88EBF22C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463" y="3906432"/>
            <a:ext cx="5183312" cy="2384324"/>
          </a:xfrm>
          <a:prstGeom prst="rect">
            <a:avLst/>
          </a:prstGeom>
        </p:spPr>
      </p:pic>
      <p:sp>
        <p:nvSpPr>
          <p:cNvPr id="19" name="Freeform 12">
            <a:extLst>
              <a:ext uri="{FF2B5EF4-FFF2-40B4-BE49-F238E27FC236}">
                <a16:creationId xmlns:a16="http://schemas.microsoft.com/office/drawing/2014/main" id="{8E9272BA-9542-4423-AC14-949EE8674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0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F3D8-2C81-4A0D-92D3-ADB065EB1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Rectifier Block: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5D73-B124-4F7F-B939-48A474C8F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full wave bridge rectifier converts AC voltage to DC voltage.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 filter filters out high frequency ripples.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output voltage is about 40.8V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620E0BF-199E-463B-947A-B99190ABC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63" y="645106"/>
            <a:ext cx="2741132" cy="2698831"/>
          </a:xfrm>
          <a:prstGeom prst="rect">
            <a:avLst/>
          </a:prstGeom>
        </p:spPr>
      </p:pic>
      <p:pic>
        <p:nvPicPr>
          <p:cNvPr id="6" name="Picture 5" descr="Graphical user interface, application, table&#10;&#10;Description automatically generated with medium confidence">
            <a:extLst>
              <a:ext uri="{FF2B5EF4-FFF2-40B4-BE49-F238E27FC236}">
                <a16:creationId xmlns:a16="http://schemas.microsoft.com/office/drawing/2014/main" id="{23FEFBA4-05B0-4EB2-8C5B-DCB79199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47" y="3823036"/>
            <a:ext cx="5211638" cy="238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1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E98B-B883-40A1-B7BD-407C43664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133" y="292698"/>
            <a:ext cx="5732844" cy="66282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Buck-Boost Converter Block: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DA88-5F4B-407F-8C8D-CB2599CA6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133" y="1461167"/>
            <a:ext cx="4140772" cy="3777622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Buck-Boost converter is a step-down converter for D&lt;0.5 and step-up converter for D&gt;0.5</a:t>
            </a: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voltage=(-D/(1-D))*input voltage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where D=duty cycle</a:t>
            </a: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output voltage is now -14.8V. 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449A1C6-E1D1-4DE2-9ECE-CE3819DC8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274" y="955521"/>
            <a:ext cx="4714116" cy="2698831"/>
          </a:xfrm>
          <a:prstGeom prst="rect">
            <a:avLst/>
          </a:prstGeom>
        </p:spPr>
      </p:pic>
      <p:pic>
        <p:nvPicPr>
          <p:cNvPr id="9" name="Picture 8" descr="Chart&#10;&#10;Description automatically generated with medium confidence">
            <a:extLst>
              <a:ext uri="{FF2B5EF4-FFF2-40B4-BE49-F238E27FC236}">
                <a16:creationId xmlns:a16="http://schemas.microsoft.com/office/drawing/2014/main" id="{5EA27564-48B2-45E9-A6D6-0B59D5D76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74" y="3823036"/>
            <a:ext cx="5183312" cy="238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4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639C-6F98-4A94-A035-985C09437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5029220" cy="54993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Error Voltage: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426B3-2409-45E7-A582-072C2A446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199" y="1455126"/>
            <a:ext cx="4140772" cy="3777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used a reference voltage of 15V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voltage is about 0.2V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9C9D603-6092-488A-9746-9928D642A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67" y="1015574"/>
            <a:ext cx="2526522" cy="2328363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B6130458-10BC-402B-A277-94EAB0292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197" y="3508529"/>
            <a:ext cx="5183312" cy="238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94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27">
            <a:extLst>
              <a:ext uri="{FF2B5EF4-FFF2-40B4-BE49-F238E27FC236}">
                <a16:creationId xmlns:a16="http://schemas.microsoft.com/office/drawing/2014/main" id="{C096C3A2-574C-487E-844F-D87A099C9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B25D7-45AC-47EA-BB0C-C839EEBC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243576" cy="62994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Controller: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9AE3B247-452D-4485-A4E6-1A70C87A5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4381D-EFB2-4B30-91EC-8DDB03238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449" y="4181596"/>
            <a:ext cx="3650278" cy="3759253"/>
          </a:xfrm>
        </p:spPr>
        <p:txBody>
          <a:bodyPr>
            <a:normAutofit/>
          </a:bodyPr>
          <a:lstStyle/>
          <a:p>
            <a:pPr algn="just">
              <a:buClr>
                <a:srgbClr val="8686FD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Feedback controller consists of a gain, a Integral controller, a relay and a feedback path.</a:t>
            </a:r>
          </a:p>
          <a:p>
            <a:pPr algn="just">
              <a:buClr>
                <a:srgbClr val="8686FD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 is approximately 15V for both 5k and 220 ohm.</a:t>
            </a:r>
          </a:p>
          <a:p>
            <a:pPr>
              <a:buClr>
                <a:srgbClr val="8686FD"/>
              </a:buClr>
            </a:pPr>
            <a:endParaRPr lang="en-US" sz="1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BDEB39B-17CF-4809-A83C-49D7BBB2A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49" y="1464647"/>
            <a:ext cx="4087040" cy="2362286"/>
          </a:xfrm>
          <a:prstGeom prst="rect">
            <a:avLst/>
          </a:prstGeom>
        </p:spPr>
      </p:pic>
      <p:sp>
        <p:nvSpPr>
          <p:cNvPr id="40" name="Freeform 11">
            <a:extLst>
              <a:ext uri="{FF2B5EF4-FFF2-40B4-BE49-F238E27FC236}">
                <a16:creationId xmlns:a16="http://schemas.microsoft.com/office/drawing/2014/main" id="{9E41DCD8-A9E0-41E5-9032-FF0D25B5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024282E5-FA65-467F-A7D9-1CF783D5B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396" y="936978"/>
            <a:ext cx="5390825" cy="20205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582131-3CC9-4B43-9DF0-F60F0F5EC86D}"/>
              </a:ext>
            </a:extLst>
          </p:cNvPr>
          <p:cNvSpPr txBox="1"/>
          <p:nvPr/>
        </p:nvSpPr>
        <p:spPr>
          <a:xfrm>
            <a:off x="5519642" y="2957513"/>
            <a:ext cx="5243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 for Load=5k ohm and 15V reference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FC5E0-1C5F-4063-A9A9-394F0ECAE17A}"/>
              </a:ext>
            </a:extLst>
          </p:cNvPr>
          <p:cNvSpPr txBox="1"/>
          <p:nvPr/>
        </p:nvSpPr>
        <p:spPr>
          <a:xfrm>
            <a:off x="5559396" y="6081338"/>
            <a:ext cx="4792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 for Load=220 ohm and 15V reference</a:t>
            </a:r>
          </a:p>
          <a:p>
            <a:endParaRPr lang="en-US" dirty="0"/>
          </a:p>
        </p:txBody>
      </p:sp>
      <p:pic>
        <p:nvPicPr>
          <p:cNvPr id="18" name="Picture 17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9D436194-667D-4CE8-B64E-145852641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113" y="3717198"/>
            <a:ext cx="5368108" cy="232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10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61407-2FF1-49AA-BE00-19D825DAB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789" y="266422"/>
            <a:ext cx="9009768" cy="50477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DC voltage changing the reference voltage:</a:t>
            </a:r>
          </a:p>
        </p:txBody>
      </p:sp>
      <p:pic>
        <p:nvPicPr>
          <p:cNvPr id="5" name="Content Placeholder 4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CA9E6301-E73A-46C4-8B44-1AC5AE621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889" y="884523"/>
            <a:ext cx="3929062" cy="26718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757E87-E034-4261-B69B-4D0251A795D0}"/>
              </a:ext>
            </a:extLst>
          </p:cNvPr>
          <p:cNvSpPr txBox="1"/>
          <p:nvPr/>
        </p:nvSpPr>
        <p:spPr>
          <a:xfrm>
            <a:off x="1940996" y="3547404"/>
            <a:ext cx="671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10V reference</a:t>
            </a:r>
            <a:endParaRPr lang="en-US" dirty="0"/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6FEAAF98-AA9C-42B3-A277-AD2CEA402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48" y="884523"/>
            <a:ext cx="4772033" cy="2624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40FE05-0DA6-4819-839D-8D7023109511}"/>
              </a:ext>
            </a:extLst>
          </p:cNvPr>
          <p:cNvSpPr txBox="1"/>
          <p:nvPr/>
        </p:nvSpPr>
        <p:spPr>
          <a:xfrm>
            <a:off x="6372178" y="3466463"/>
            <a:ext cx="38788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 for 20V reference</a:t>
            </a:r>
          </a:p>
          <a:p>
            <a:endParaRPr lang="en-US" dirty="0"/>
          </a:p>
        </p:txBody>
      </p:sp>
      <p:pic>
        <p:nvPicPr>
          <p:cNvPr id="12" name="Picture 11" descr="Chart&#10;&#10;Description automatically generated">
            <a:extLst>
              <a:ext uri="{FF2B5EF4-FFF2-40B4-BE49-F238E27FC236}">
                <a16:creationId xmlns:a16="http://schemas.microsoft.com/office/drawing/2014/main" id="{D75BFF38-9896-466C-B975-8AB55C651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013" y="3997677"/>
            <a:ext cx="4587690" cy="2253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6A62F0-FBB4-4B2A-9025-EE14F50EF7EB}"/>
              </a:ext>
            </a:extLst>
          </p:cNvPr>
          <p:cNvSpPr txBox="1"/>
          <p:nvPr/>
        </p:nvSpPr>
        <p:spPr>
          <a:xfrm>
            <a:off x="3957595" y="6242447"/>
            <a:ext cx="464310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 for 15V reference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52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104468-6DC8-4EE9-9B35-84CC7AD60FD9}"/>
              </a:ext>
            </a:extLst>
          </p:cNvPr>
          <p:cNvSpPr txBox="1"/>
          <p:nvPr/>
        </p:nvSpPr>
        <p:spPr>
          <a:xfrm>
            <a:off x="3463637" y="2759425"/>
            <a:ext cx="66501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9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80496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305</TotalTime>
  <Words>338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Wisp</vt:lpstr>
      <vt:lpstr>Laboratory Variable DC Power Supply</vt:lpstr>
      <vt:lpstr>Objectives:  </vt:lpstr>
      <vt:lpstr>Block Diagram:</vt:lpstr>
      <vt:lpstr>Step-down Transformer Block:</vt:lpstr>
      <vt:lpstr>Rectifier Block:</vt:lpstr>
      <vt:lpstr>Buck-Boost Converter Block:</vt:lpstr>
      <vt:lpstr>Measuring Error Voltage:</vt:lpstr>
      <vt:lpstr>Feedback Controller:</vt:lpstr>
      <vt:lpstr>Variable DC voltage changing the reference voltage: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Variable DC Power Supply</dc:title>
  <dc:creator>tasnimrahman862@gmail.com</dc:creator>
  <cp:lastModifiedBy>tasnimrahman862@gmail.com</cp:lastModifiedBy>
  <cp:revision>12</cp:revision>
  <dcterms:created xsi:type="dcterms:W3CDTF">2022-02-17T18:37:51Z</dcterms:created>
  <dcterms:modified xsi:type="dcterms:W3CDTF">2022-02-18T06:40:07Z</dcterms:modified>
</cp:coreProperties>
</file>